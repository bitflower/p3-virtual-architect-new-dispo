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8" r:id="rId5"/>
    <p:sldId id="256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08672-D9F7-4B98-AA11-3147CE21230A}" v="24" dt="2025-04-16T15:32:41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4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0B27-5564-8F2F-3337-8169D0A2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CBCE8-5B89-DF0F-43ED-6550C3053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1B7FA-D011-2205-BC69-A72F9510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9E39-E136-2927-338C-0CDDBCE0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B4E99-2E97-1FD4-9AEF-3A82510C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39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50C7-9D47-A0BD-4451-A17BFB1E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A07C-85A2-8100-1257-4DF99242F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565FA-F4C4-0AD0-3772-B7370D4D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9B16-B6E1-B39C-6F9E-55A20A79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16270-B2DA-CB01-1B4B-97D9EA0C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65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F528-FF73-D83E-B51B-A9FDF8D0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8CB8C-A297-6E51-93E2-0709BFB84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4677-CC66-2B2E-C706-CDAB1DA2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3E85-AD2C-CA41-0605-221B0786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142AB-6461-C140-4773-E21E5592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78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38C1-256E-9066-7917-4CD1D49A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19AA-AAEA-733E-9FBD-C39BF4DB1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F1C87-1D31-742D-3CAA-E6B69335D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F0714-1484-9337-EA92-E46559E4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8F3E-03B0-38B7-C81D-3353FB2A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8A2F9-8160-5154-D6CC-FE2DA342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68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D140-C242-1D3A-D1D4-F6B93396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30EEE-0AAA-4923-04DB-7A694BD59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F8887-B994-072D-4E6F-D688846F3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7C6DD-A800-2459-B428-DEA88456E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0BCF9-4CD3-D11F-373E-BE706F4AB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A0384-D1F1-665B-E2B0-592E4F2E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2F96C-36B9-7AF1-F013-DE2A6CD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DA5BE4-3462-A1BE-D92F-A8F9FBE0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89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FB70-6089-F557-917E-909FBF51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2570B-3BB2-0E57-1799-F372E2A9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B534B-60AB-3DCF-98C7-53BB2549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9B5EF-9F04-E645-3C76-9CC9455D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885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A9C71-B1AA-8F01-60CB-F6442D77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5FECA-7485-9A1E-D9F9-2BF6C9FC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86C14-93C5-2B2B-FA37-19AA97CA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03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E4B3-A1EC-6FFD-5F26-EF3B25B8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3E17-FB2E-E9CF-C7F3-5F58A7741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6A22A-A85D-D574-F486-9C6DAA489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3D58F-93A1-1807-C76E-A1968658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96E99-6D50-CE63-D42F-7656F28C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68285-34AF-1A43-FF2C-8271EF5D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42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E51C-603B-D4FD-94D0-03511E43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87AB4-04E4-8B1C-15A8-FB8967AF7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1F2DF-57BA-D01E-550E-FFC6BA8AD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3926C-00C7-806D-42EF-41078A9E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8A5B-36CB-7EDC-1BCB-E01A75E5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B9E4B-30E5-CC7B-A583-D9AA3068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877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508A-8DC1-35D4-ACF5-7B41978A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897FE-B27D-551B-3EE2-4A53496CE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963FD-8D00-82E7-A899-CCBC0B3D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6B242-9622-3063-BCA9-71A902A0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67FB-A65C-1891-87EF-FF4B0B59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6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C1DCB-993B-528E-2317-B11C958FA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862BE-3E11-03CE-4748-2A3E3AD45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69CB-79BD-F8AD-7791-3A88609D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0F9BC-7931-9DAD-A326-8307D064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BA9DB-65BA-7DF3-C94C-8A26DC67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651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45246-675D-73F4-1DE5-F54F7BC6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BD33C-4148-4AF6-253A-CE611CC5A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B3B7F-C580-D85B-B49C-7D826B017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C29BA-E7F8-449F-93D4-FB068DA7334D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5BF3-2BBA-C82B-90AF-A85FFBCC8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402F-0F23-79B1-14BF-24E7EE02B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6B3CF-61C1-4682-A35A-E972E1742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38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FCE0A8-57A1-D4E1-AF47-06232B6A4355}"/>
              </a:ext>
            </a:extLst>
          </p:cNvPr>
          <p:cNvSpPr/>
          <p:nvPr/>
        </p:nvSpPr>
        <p:spPr>
          <a:xfrm>
            <a:off x="3088945" y="714233"/>
            <a:ext cx="6132394" cy="1624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Analyze Status Quo, </a:t>
            </a:r>
            <a:r>
              <a:rPr lang="de-DE" dirty="0" err="1"/>
              <a:t>talk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Expert, </a:t>
            </a:r>
            <a:r>
              <a:rPr lang="de-DE" dirty="0" err="1"/>
              <a:t>understand</a:t>
            </a:r>
            <a:r>
              <a:rPr lang="de-DE" dirty="0"/>
              <a:t>  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740857B1-436B-3F34-5398-20F0DBFA704C}"/>
              </a:ext>
            </a:extLst>
          </p:cNvPr>
          <p:cNvSpPr/>
          <p:nvPr/>
        </p:nvSpPr>
        <p:spPr>
          <a:xfrm>
            <a:off x="5104262" y="2756848"/>
            <a:ext cx="1869744" cy="7733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88BFB-483E-1C5F-9EAA-1FAA56D2E700}"/>
              </a:ext>
            </a:extLst>
          </p:cNvPr>
          <p:cNvSpPr/>
          <p:nvPr/>
        </p:nvSpPr>
        <p:spPr>
          <a:xfrm>
            <a:off x="3029803" y="3707642"/>
            <a:ext cx="6132394" cy="1624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Documentation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encapsulates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</a:p>
          <a:p>
            <a:pPr algn="ctr"/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P3 </a:t>
            </a:r>
            <a:r>
              <a:rPr lang="de-DE" dirty="0" err="1"/>
              <a:t>development</a:t>
            </a:r>
            <a:r>
              <a:rPr lang="de-DE" dirty="0"/>
              <a:t> / </a:t>
            </a:r>
            <a:r>
              <a:rPr lang="de-DE" dirty="0" err="1"/>
              <a:t>operations</a:t>
            </a:r>
            <a:r>
              <a:rPr lang="de-DE" dirty="0"/>
              <a:t> </a:t>
            </a:r>
            <a:r>
              <a:rPr lang="de-DE" dirty="0" err="1"/>
              <a:t>team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694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73-6E15-B624-7390-59F42607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0B2011-9576-2AF1-C5D8-15A26B19D227}"/>
              </a:ext>
            </a:extLst>
          </p:cNvPr>
          <p:cNvSpPr/>
          <p:nvPr/>
        </p:nvSpPr>
        <p:spPr>
          <a:xfrm>
            <a:off x="1401169" y="605051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A0A68-B3B5-EC0D-67E3-20F7E893FC3D}"/>
              </a:ext>
            </a:extLst>
          </p:cNvPr>
          <p:cNvSpPr/>
          <p:nvPr/>
        </p:nvSpPr>
        <p:spPr>
          <a:xfrm>
            <a:off x="1401170" y="1251045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01D687-4445-8AD3-596A-FA6005C7B36A}"/>
              </a:ext>
            </a:extLst>
          </p:cNvPr>
          <p:cNvSpPr/>
          <p:nvPr/>
        </p:nvSpPr>
        <p:spPr>
          <a:xfrm>
            <a:off x="1401168" y="1897039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3F7796-473E-D626-499D-F1117FA7A6B8}"/>
              </a:ext>
            </a:extLst>
          </p:cNvPr>
          <p:cNvCxnSpPr/>
          <p:nvPr/>
        </p:nvCxnSpPr>
        <p:spPr>
          <a:xfrm>
            <a:off x="3120788" y="1469409"/>
            <a:ext cx="23064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C7064-F07C-F5CF-A777-0CD0832A7ABC}"/>
              </a:ext>
            </a:extLst>
          </p:cNvPr>
          <p:cNvSpPr/>
          <p:nvPr/>
        </p:nvSpPr>
        <p:spPr>
          <a:xfrm>
            <a:off x="1082721" y="291152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78A198-F309-C8DF-266D-4A3689BD7807}"/>
              </a:ext>
            </a:extLst>
          </p:cNvPr>
          <p:cNvSpPr/>
          <p:nvPr/>
        </p:nvSpPr>
        <p:spPr>
          <a:xfrm>
            <a:off x="6155139" y="686938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ECAD5E-FADC-73CD-45FB-0902041584E6}"/>
              </a:ext>
            </a:extLst>
          </p:cNvPr>
          <p:cNvSpPr/>
          <p:nvPr/>
        </p:nvSpPr>
        <p:spPr>
          <a:xfrm>
            <a:off x="6155140" y="1332932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3A0A3-FB1E-18DE-00C7-11708D66D851}"/>
              </a:ext>
            </a:extLst>
          </p:cNvPr>
          <p:cNvSpPr/>
          <p:nvPr/>
        </p:nvSpPr>
        <p:spPr>
          <a:xfrm>
            <a:off x="6155138" y="1978926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5AD2C3-3F39-84E9-AC8D-DDDF20ACC449}"/>
              </a:ext>
            </a:extLst>
          </p:cNvPr>
          <p:cNvSpPr/>
          <p:nvPr/>
        </p:nvSpPr>
        <p:spPr>
          <a:xfrm>
            <a:off x="5836691" y="373039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9A0DD-6FA2-8288-A830-2347249C6369}"/>
              </a:ext>
            </a:extLst>
          </p:cNvPr>
          <p:cNvSpPr txBox="1"/>
          <p:nvPr/>
        </p:nvSpPr>
        <p:spPr>
          <a:xfrm>
            <a:off x="5306035" y="2947748"/>
            <a:ext cx="3017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SQL, </a:t>
            </a:r>
            <a:r>
              <a:rPr lang="de-DE" dirty="0" err="1"/>
              <a:t>pg</a:t>
            </a:r>
            <a:r>
              <a:rPr lang="de-DE" dirty="0"/>
              <a:t>/</a:t>
            </a:r>
            <a:r>
              <a:rPr lang="de-DE" dirty="0" err="1"/>
              <a:t>plSQL</a:t>
            </a:r>
            <a:r>
              <a:rPr lang="de-DE" dirty="0"/>
              <a:t>, </a:t>
            </a:r>
            <a:r>
              <a:rPr lang="de-DE" dirty="0" err="1"/>
              <a:t>commentary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BD9B7-5127-7AE8-3378-4C8E6C964375}"/>
              </a:ext>
            </a:extLst>
          </p:cNvPr>
          <p:cNvSpPr txBox="1"/>
          <p:nvPr/>
        </p:nvSpPr>
        <p:spPr>
          <a:xfrm>
            <a:off x="1326149" y="2856930"/>
            <a:ext cx="139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Database(s)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857AA-CB3F-CCE6-125D-C0DA09353939}"/>
              </a:ext>
            </a:extLst>
          </p:cNvPr>
          <p:cNvSpPr txBox="1"/>
          <p:nvPr/>
        </p:nvSpPr>
        <p:spPr>
          <a:xfrm>
            <a:off x="3428871" y="1483055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/>
              <a:t>e.g. </a:t>
            </a:r>
            <a:r>
              <a:rPr lang="de-DE" dirty="0" err="1"/>
              <a:t>Alembic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D4A435-A2C8-9172-3DE5-0ED7CB634905}"/>
              </a:ext>
            </a:extLst>
          </p:cNvPr>
          <p:cNvSpPr txBox="1"/>
          <p:nvPr/>
        </p:nvSpPr>
        <p:spPr>
          <a:xfrm>
            <a:off x="1004173" y="3594079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AE1B86-1BF0-D78C-882E-3F4DA56D4F8C}"/>
              </a:ext>
            </a:extLst>
          </p:cNvPr>
          <p:cNvCxnSpPr>
            <a:cxnSpLocks/>
          </p:cNvCxnSpPr>
          <p:nvPr/>
        </p:nvCxnSpPr>
        <p:spPr>
          <a:xfrm>
            <a:off x="7888067" y="1483055"/>
            <a:ext cx="20838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DB08FEF-3144-54B7-4C89-66A116043B13}"/>
              </a:ext>
            </a:extLst>
          </p:cNvPr>
          <p:cNvSpPr txBox="1"/>
          <p:nvPr/>
        </p:nvSpPr>
        <p:spPr>
          <a:xfrm>
            <a:off x="8048305" y="1562248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chain</a:t>
            </a:r>
            <a:endParaRPr lang="de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EA07EF-5173-3CA4-4AE3-3A881FB89BAD}"/>
              </a:ext>
            </a:extLst>
          </p:cNvPr>
          <p:cNvSpPr/>
          <p:nvPr/>
        </p:nvSpPr>
        <p:spPr>
          <a:xfrm>
            <a:off x="10076595" y="557705"/>
            <a:ext cx="1956179" cy="4205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557E0-CBB7-3475-2276-D82C464A958D}"/>
              </a:ext>
            </a:extLst>
          </p:cNvPr>
          <p:cNvSpPr txBox="1"/>
          <p:nvPr/>
        </p:nvSpPr>
        <p:spPr>
          <a:xfrm>
            <a:off x="10036773" y="0"/>
            <a:ext cx="178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Graph </a:t>
            </a:r>
            <a:r>
              <a:rPr lang="de-DE" dirty="0" err="1"/>
              <a:t>database</a:t>
            </a:r>
            <a:endParaRPr lang="de-DE" dirty="0"/>
          </a:p>
          <a:p>
            <a:pPr algn="ctr"/>
            <a:r>
              <a:rPr lang="de-DE" dirty="0"/>
              <a:t>DB &amp; </a:t>
            </a:r>
            <a:r>
              <a:rPr lang="de-DE" dirty="0" err="1"/>
              <a:t>Metadata</a:t>
            </a:r>
            <a:endParaRPr lang="de-DE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87A59C-1FE0-9CC5-0673-2471B0FBFABB}"/>
              </a:ext>
            </a:extLst>
          </p:cNvPr>
          <p:cNvGrpSpPr/>
          <p:nvPr/>
        </p:nvGrpSpPr>
        <p:grpSpPr>
          <a:xfrm>
            <a:off x="10334783" y="887104"/>
            <a:ext cx="669862" cy="809768"/>
            <a:chOff x="10284741" y="1169158"/>
            <a:chExt cx="1428468" cy="18560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40DA659-808D-F098-B910-075C694D1648}"/>
                </a:ext>
              </a:extLst>
            </p:cNvPr>
            <p:cNvSpPr/>
            <p:nvPr/>
          </p:nvSpPr>
          <p:spPr>
            <a:xfrm>
              <a:off x="10284742" y="1169158"/>
              <a:ext cx="1428465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Tables</a:t>
              </a:r>
              <a:endParaRPr lang="de-DE" sz="7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134BB5-C825-261B-CB0C-292ADAFB5816}"/>
                </a:ext>
              </a:extLst>
            </p:cNvPr>
            <p:cNvSpPr/>
            <p:nvPr/>
          </p:nvSpPr>
          <p:spPr>
            <a:xfrm>
              <a:off x="10284743" y="1815152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Procedures</a:t>
              </a:r>
              <a:endParaRPr lang="de-DE" sz="7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AA0E130-2C42-AFF3-EDFA-00DFF50DD6C9}"/>
                </a:ext>
              </a:extLst>
            </p:cNvPr>
            <p:cNvSpPr/>
            <p:nvPr/>
          </p:nvSpPr>
          <p:spPr>
            <a:xfrm>
              <a:off x="10284741" y="2461146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Views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70E7A2C-6358-B6CE-52D2-4E7C8745A872}"/>
              </a:ext>
            </a:extLst>
          </p:cNvPr>
          <p:cNvSpPr/>
          <p:nvPr/>
        </p:nvSpPr>
        <p:spPr>
          <a:xfrm>
            <a:off x="10340451" y="1926525"/>
            <a:ext cx="1537650" cy="780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Commentary</a:t>
            </a:r>
            <a:r>
              <a:rPr lang="de-DE" dirty="0"/>
              <a:t> Database</a:t>
            </a:r>
          </a:p>
          <a:p>
            <a:pPr algn="ctr"/>
            <a:r>
              <a:rPr lang="de-DE" dirty="0" err="1"/>
              <a:t>Objecs</a:t>
            </a:r>
            <a:endParaRPr lang="de-DE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A6F3E0DF-78FD-504B-3B91-DCA7529F9F40}"/>
              </a:ext>
            </a:extLst>
          </p:cNvPr>
          <p:cNvCxnSpPr>
            <a:stCxn id="40" idx="3"/>
            <a:endCxn id="39" idx="3"/>
          </p:cNvCxnSpPr>
          <p:nvPr/>
        </p:nvCxnSpPr>
        <p:spPr>
          <a:xfrm flipH="1" flipV="1">
            <a:off x="11004644" y="1010157"/>
            <a:ext cx="1" cy="281831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D07D41C5-B72E-8D1B-36C4-947F87B3FC54}"/>
              </a:ext>
            </a:extLst>
          </p:cNvPr>
          <p:cNvCxnSpPr>
            <a:cxnSpLocks/>
            <a:stCxn id="41" idx="3"/>
            <a:endCxn id="43" idx="0"/>
          </p:cNvCxnSpPr>
          <p:nvPr/>
        </p:nvCxnSpPr>
        <p:spPr>
          <a:xfrm>
            <a:off x="11004644" y="1573819"/>
            <a:ext cx="104632" cy="3527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47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7E2A-284A-2666-FB60-B00F1F08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044543-6B1A-7077-3099-24C194559697}"/>
              </a:ext>
            </a:extLst>
          </p:cNvPr>
          <p:cNvSpPr/>
          <p:nvPr/>
        </p:nvSpPr>
        <p:spPr>
          <a:xfrm>
            <a:off x="1401169" y="605051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1ED46-BB9F-DEC5-A505-6F2E22CD1351}"/>
              </a:ext>
            </a:extLst>
          </p:cNvPr>
          <p:cNvSpPr/>
          <p:nvPr/>
        </p:nvSpPr>
        <p:spPr>
          <a:xfrm>
            <a:off x="1401170" y="1251045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09BD2-68EA-F90C-E98B-B44B2E6E719E}"/>
              </a:ext>
            </a:extLst>
          </p:cNvPr>
          <p:cNvSpPr/>
          <p:nvPr/>
        </p:nvSpPr>
        <p:spPr>
          <a:xfrm>
            <a:off x="1401168" y="1897039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BC51DC-4DF9-7729-8991-3DD65B63B17E}"/>
              </a:ext>
            </a:extLst>
          </p:cNvPr>
          <p:cNvCxnSpPr/>
          <p:nvPr/>
        </p:nvCxnSpPr>
        <p:spPr>
          <a:xfrm>
            <a:off x="3120788" y="1469409"/>
            <a:ext cx="23064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A371B-99B1-B698-184A-3668EC919AD6}"/>
              </a:ext>
            </a:extLst>
          </p:cNvPr>
          <p:cNvSpPr/>
          <p:nvPr/>
        </p:nvSpPr>
        <p:spPr>
          <a:xfrm>
            <a:off x="1082721" y="291152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D7B62-7693-B035-5662-FC87AEEAF23C}"/>
              </a:ext>
            </a:extLst>
          </p:cNvPr>
          <p:cNvSpPr/>
          <p:nvPr/>
        </p:nvSpPr>
        <p:spPr>
          <a:xfrm>
            <a:off x="6155139" y="686938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BA5FB7-65DB-6252-0EAD-1384CF31A6D9}"/>
              </a:ext>
            </a:extLst>
          </p:cNvPr>
          <p:cNvSpPr/>
          <p:nvPr/>
        </p:nvSpPr>
        <p:spPr>
          <a:xfrm>
            <a:off x="6155140" y="1332932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20204E-7673-A270-8743-7C6A29794B13}"/>
              </a:ext>
            </a:extLst>
          </p:cNvPr>
          <p:cNvSpPr/>
          <p:nvPr/>
        </p:nvSpPr>
        <p:spPr>
          <a:xfrm>
            <a:off x="6155138" y="1978926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E086F-985A-C020-E7C2-8F19AA1B9F04}"/>
              </a:ext>
            </a:extLst>
          </p:cNvPr>
          <p:cNvSpPr/>
          <p:nvPr/>
        </p:nvSpPr>
        <p:spPr>
          <a:xfrm>
            <a:off x="5836691" y="373039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8EC64-D8FA-E157-B450-19FB9D693F4E}"/>
              </a:ext>
            </a:extLst>
          </p:cNvPr>
          <p:cNvSpPr txBox="1"/>
          <p:nvPr/>
        </p:nvSpPr>
        <p:spPr>
          <a:xfrm>
            <a:off x="5306035" y="2947748"/>
            <a:ext cx="3017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SQL, </a:t>
            </a:r>
            <a:r>
              <a:rPr lang="de-DE" dirty="0" err="1"/>
              <a:t>pg</a:t>
            </a:r>
            <a:r>
              <a:rPr lang="de-DE" dirty="0"/>
              <a:t>/</a:t>
            </a:r>
            <a:r>
              <a:rPr lang="de-DE" dirty="0" err="1"/>
              <a:t>plSQL</a:t>
            </a:r>
            <a:r>
              <a:rPr lang="de-DE" dirty="0"/>
              <a:t>, </a:t>
            </a:r>
            <a:r>
              <a:rPr lang="de-DE" dirty="0" err="1"/>
              <a:t>commentary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B1C49-D15B-5CC2-1376-E62345F86F30}"/>
              </a:ext>
            </a:extLst>
          </p:cNvPr>
          <p:cNvSpPr txBox="1"/>
          <p:nvPr/>
        </p:nvSpPr>
        <p:spPr>
          <a:xfrm>
            <a:off x="1326149" y="2856930"/>
            <a:ext cx="139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Database(s)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95E95C-B989-3CF7-19EB-C4A3FE96108C}"/>
              </a:ext>
            </a:extLst>
          </p:cNvPr>
          <p:cNvSpPr txBox="1"/>
          <p:nvPr/>
        </p:nvSpPr>
        <p:spPr>
          <a:xfrm>
            <a:off x="3428871" y="1483055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/>
              <a:t>e.g. </a:t>
            </a:r>
            <a:r>
              <a:rPr lang="de-DE" dirty="0" err="1"/>
              <a:t>Alembic</a:t>
            </a:r>
            <a:endParaRPr lang="de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7E7C11-789E-BE09-6B1B-D2F373C6AE94}"/>
              </a:ext>
            </a:extLst>
          </p:cNvPr>
          <p:cNvSpPr/>
          <p:nvPr/>
        </p:nvSpPr>
        <p:spPr>
          <a:xfrm>
            <a:off x="1082721" y="4076131"/>
            <a:ext cx="1956179" cy="2283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B90BB-9418-4995-00A7-F6BE9911F278}"/>
              </a:ext>
            </a:extLst>
          </p:cNvPr>
          <p:cNvSpPr txBox="1"/>
          <p:nvPr/>
        </p:nvSpPr>
        <p:spPr>
          <a:xfrm>
            <a:off x="1004173" y="3594079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28CD15-D311-2B79-4CDA-B47E49968A29}"/>
              </a:ext>
            </a:extLst>
          </p:cNvPr>
          <p:cNvCxnSpPr>
            <a:cxnSpLocks/>
          </p:cNvCxnSpPr>
          <p:nvPr/>
        </p:nvCxnSpPr>
        <p:spPr>
          <a:xfrm>
            <a:off x="7888067" y="1483055"/>
            <a:ext cx="20838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026E18-2857-316F-FAA6-01C29E621B4C}"/>
              </a:ext>
            </a:extLst>
          </p:cNvPr>
          <p:cNvSpPr txBox="1"/>
          <p:nvPr/>
        </p:nvSpPr>
        <p:spPr>
          <a:xfrm>
            <a:off x="8048305" y="1562248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chain</a:t>
            </a:r>
            <a:endParaRPr lang="de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B2AE9E-BD54-1A85-7FD5-67480BDB0AD8}"/>
              </a:ext>
            </a:extLst>
          </p:cNvPr>
          <p:cNvSpPr/>
          <p:nvPr/>
        </p:nvSpPr>
        <p:spPr>
          <a:xfrm>
            <a:off x="10076595" y="557705"/>
            <a:ext cx="1956179" cy="4205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02B4AE-D2FD-F141-4174-9EB3015F03D2}"/>
              </a:ext>
            </a:extLst>
          </p:cNvPr>
          <p:cNvSpPr txBox="1"/>
          <p:nvPr/>
        </p:nvSpPr>
        <p:spPr>
          <a:xfrm>
            <a:off x="10036773" y="0"/>
            <a:ext cx="178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Graph </a:t>
            </a:r>
            <a:r>
              <a:rPr lang="de-DE" dirty="0" err="1"/>
              <a:t>database</a:t>
            </a:r>
            <a:endParaRPr lang="de-DE" dirty="0"/>
          </a:p>
          <a:p>
            <a:pPr algn="ctr"/>
            <a:r>
              <a:rPr lang="de-DE" dirty="0"/>
              <a:t>DB &amp; </a:t>
            </a:r>
            <a:r>
              <a:rPr lang="de-DE" dirty="0" err="1"/>
              <a:t>Metadata</a:t>
            </a:r>
            <a:endParaRPr lang="de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594375-5295-05E6-4546-68232A91AB0A}"/>
              </a:ext>
            </a:extLst>
          </p:cNvPr>
          <p:cNvSpPr/>
          <p:nvPr/>
        </p:nvSpPr>
        <p:spPr>
          <a:xfrm>
            <a:off x="1310184" y="4390701"/>
            <a:ext cx="1428465" cy="5641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TMS Bridge Backend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F276AF-1204-9F46-B15B-3248F213DE3D}"/>
              </a:ext>
            </a:extLst>
          </p:cNvPr>
          <p:cNvSpPr/>
          <p:nvPr/>
        </p:nvSpPr>
        <p:spPr>
          <a:xfrm>
            <a:off x="1310184" y="5177722"/>
            <a:ext cx="1428465" cy="5641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Uniface</a:t>
            </a:r>
            <a:r>
              <a:rPr lang="de-DE" dirty="0"/>
              <a:t> GUI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23D714DE-795A-56E0-E4B8-34DE840F4DE6}"/>
              </a:ext>
            </a:extLst>
          </p:cNvPr>
          <p:cNvCxnSpPr>
            <a:stCxn id="28" idx="3"/>
            <a:endCxn id="12" idx="3"/>
          </p:cNvCxnSpPr>
          <p:nvPr/>
        </p:nvCxnSpPr>
        <p:spPr>
          <a:xfrm flipV="1">
            <a:off x="2738649" y="1533098"/>
            <a:ext cx="300251" cy="3139657"/>
          </a:xfrm>
          <a:prstGeom prst="curvedConnector3">
            <a:avLst>
              <a:gd name="adj1" fmla="val 1761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684AEE3A-F387-22D7-9111-38CBECC7A35A}"/>
              </a:ext>
            </a:extLst>
          </p:cNvPr>
          <p:cNvCxnSpPr>
            <a:stCxn id="29" idx="1"/>
            <a:endCxn id="12" idx="1"/>
          </p:cNvCxnSpPr>
          <p:nvPr/>
        </p:nvCxnSpPr>
        <p:spPr>
          <a:xfrm rot="10800000">
            <a:off x="1082722" y="1533098"/>
            <a:ext cx="227463" cy="3926678"/>
          </a:xfrm>
          <a:prstGeom prst="curvedConnector3">
            <a:avLst>
              <a:gd name="adj1" fmla="val 2005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923AE65-8472-A67E-E47E-0A1DDD1F4A4B}"/>
              </a:ext>
            </a:extLst>
          </p:cNvPr>
          <p:cNvGrpSpPr/>
          <p:nvPr/>
        </p:nvGrpSpPr>
        <p:grpSpPr>
          <a:xfrm>
            <a:off x="10334783" y="887104"/>
            <a:ext cx="669862" cy="809768"/>
            <a:chOff x="10284741" y="1169158"/>
            <a:chExt cx="1428468" cy="18560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633273-EFD2-5C50-B9F8-E1696F8C613C}"/>
                </a:ext>
              </a:extLst>
            </p:cNvPr>
            <p:cNvSpPr/>
            <p:nvPr/>
          </p:nvSpPr>
          <p:spPr>
            <a:xfrm>
              <a:off x="10284742" y="1169158"/>
              <a:ext cx="1428465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Tables</a:t>
              </a:r>
              <a:endParaRPr lang="de-DE" sz="7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9CD8FC6-D288-46ED-B566-423224F6527B}"/>
                </a:ext>
              </a:extLst>
            </p:cNvPr>
            <p:cNvSpPr/>
            <p:nvPr/>
          </p:nvSpPr>
          <p:spPr>
            <a:xfrm>
              <a:off x="10284743" y="1815152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Procedures</a:t>
              </a:r>
              <a:endParaRPr lang="de-DE" sz="7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62791AF-E2A2-E75E-BE3B-8F71AFA0D109}"/>
                </a:ext>
              </a:extLst>
            </p:cNvPr>
            <p:cNvSpPr/>
            <p:nvPr/>
          </p:nvSpPr>
          <p:spPr>
            <a:xfrm>
              <a:off x="10284741" y="2461146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Views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E811AE1-2BB4-155F-19A4-77BAEA000D97}"/>
              </a:ext>
            </a:extLst>
          </p:cNvPr>
          <p:cNvSpPr/>
          <p:nvPr/>
        </p:nvSpPr>
        <p:spPr>
          <a:xfrm>
            <a:off x="10340451" y="1926525"/>
            <a:ext cx="1537650" cy="780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Commentary</a:t>
            </a:r>
            <a:r>
              <a:rPr lang="de-DE" dirty="0"/>
              <a:t> Database</a:t>
            </a:r>
          </a:p>
          <a:p>
            <a:pPr algn="ctr"/>
            <a:r>
              <a:rPr lang="de-DE" dirty="0" err="1"/>
              <a:t>Objecs</a:t>
            </a:r>
            <a:endParaRPr lang="de-DE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F898E213-2E54-67BB-53D8-FEA350D1EC4E}"/>
              </a:ext>
            </a:extLst>
          </p:cNvPr>
          <p:cNvCxnSpPr>
            <a:stCxn id="40" idx="3"/>
            <a:endCxn id="39" idx="3"/>
          </p:cNvCxnSpPr>
          <p:nvPr/>
        </p:nvCxnSpPr>
        <p:spPr>
          <a:xfrm flipH="1" flipV="1">
            <a:off x="11004644" y="1010157"/>
            <a:ext cx="1" cy="281831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08A2C5A-7F45-1361-0632-EF9B9F9476CE}"/>
              </a:ext>
            </a:extLst>
          </p:cNvPr>
          <p:cNvCxnSpPr>
            <a:cxnSpLocks/>
            <a:stCxn id="41" idx="3"/>
            <a:endCxn id="43" idx="0"/>
          </p:cNvCxnSpPr>
          <p:nvPr/>
        </p:nvCxnSpPr>
        <p:spPr>
          <a:xfrm>
            <a:off x="11004644" y="1573819"/>
            <a:ext cx="104632" cy="3527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F9256C-FE88-D663-8CE7-C152D9733B28}"/>
              </a:ext>
            </a:extLst>
          </p:cNvPr>
          <p:cNvCxnSpPr>
            <a:stCxn id="20" idx="3"/>
          </p:cNvCxnSpPr>
          <p:nvPr/>
        </p:nvCxnSpPr>
        <p:spPr>
          <a:xfrm>
            <a:off x="3038900" y="5217994"/>
            <a:ext cx="2306473" cy="4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C17CAC8-A02F-630A-57C1-C33618A4F7A5}"/>
              </a:ext>
            </a:extLst>
          </p:cNvPr>
          <p:cNvSpPr/>
          <p:nvPr/>
        </p:nvSpPr>
        <p:spPr>
          <a:xfrm>
            <a:off x="5672919" y="4796175"/>
            <a:ext cx="1428465" cy="12315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Interfacing</a:t>
            </a:r>
            <a:r>
              <a:rPr lang="de-DE" dirty="0"/>
              <a:t> </a:t>
            </a:r>
            <a:r>
              <a:rPr lang="de-DE" dirty="0" err="1"/>
              <a:t>tables</a:t>
            </a:r>
            <a:r>
              <a:rPr lang="de-DE" dirty="0"/>
              <a:t> / </a:t>
            </a:r>
            <a:r>
              <a:rPr lang="de-DE" dirty="0" err="1"/>
              <a:t>procedures</a:t>
            </a:r>
            <a:r>
              <a:rPr lang="de-DE" dirty="0"/>
              <a:t> / </a:t>
            </a:r>
            <a:r>
              <a:rPr lang="de-DE" dirty="0" err="1"/>
              <a:t>views</a:t>
            </a:r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A013C1-9126-359D-1C6C-C96051369F2E}"/>
              </a:ext>
            </a:extLst>
          </p:cNvPr>
          <p:cNvSpPr/>
          <p:nvPr/>
        </p:nvSpPr>
        <p:spPr>
          <a:xfrm>
            <a:off x="5672918" y="4230805"/>
            <a:ext cx="1428465" cy="4440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950427-363F-F84C-C250-2C58EF745DE1}"/>
              </a:ext>
            </a:extLst>
          </p:cNvPr>
          <p:cNvSpPr/>
          <p:nvPr/>
        </p:nvSpPr>
        <p:spPr>
          <a:xfrm>
            <a:off x="10340451" y="2836121"/>
            <a:ext cx="1537650" cy="7802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E8C72426-F6DA-213C-864A-09DDF0BC4B66}"/>
              </a:ext>
            </a:extLst>
          </p:cNvPr>
          <p:cNvCxnSpPr>
            <a:stCxn id="51" idx="3"/>
            <a:endCxn id="24" idx="1"/>
          </p:cNvCxnSpPr>
          <p:nvPr/>
        </p:nvCxnSpPr>
        <p:spPr>
          <a:xfrm flipV="1">
            <a:off x="7101383" y="2660387"/>
            <a:ext cx="2975212" cy="17924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0BBBC367-1D0F-3D70-A1FD-0EE16133B3F9}"/>
              </a:ext>
            </a:extLst>
          </p:cNvPr>
          <p:cNvCxnSpPr>
            <a:stCxn id="50" idx="3"/>
          </p:cNvCxnSpPr>
          <p:nvPr/>
        </p:nvCxnSpPr>
        <p:spPr>
          <a:xfrm flipV="1">
            <a:off x="7101384" y="3088943"/>
            <a:ext cx="2975211" cy="23230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12A2CB43-2A07-5F7E-F10A-CCBE9C33DFBE}"/>
              </a:ext>
            </a:extLst>
          </p:cNvPr>
          <p:cNvCxnSpPr>
            <a:stCxn id="54" idx="1"/>
            <a:endCxn id="40" idx="1"/>
          </p:cNvCxnSpPr>
          <p:nvPr/>
        </p:nvCxnSpPr>
        <p:spPr>
          <a:xfrm rot="10800000">
            <a:off x="10334785" y="1291988"/>
            <a:ext cx="5667" cy="1934274"/>
          </a:xfrm>
          <a:prstGeom prst="curvedConnector3">
            <a:avLst>
              <a:gd name="adj1" fmla="val 413388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97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CA8E-55B8-9DE6-BA54-F1638FDD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6393EE-21E7-7938-9A4B-6EF708253A00}"/>
              </a:ext>
            </a:extLst>
          </p:cNvPr>
          <p:cNvSpPr/>
          <p:nvPr/>
        </p:nvSpPr>
        <p:spPr>
          <a:xfrm>
            <a:off x="1401169" y="605051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0C29F-0F01-6109-A499-B624A7568CA9}"/>
              </a:ext>
            </a:extLst>
          </p:cNvPr>
          <p:cNvSpPr/>
          <p:nvPr/>
        </p:nvSpPr>
        <p:spPr>
          <a:xfrm>
            <a:off x="1401170" y="1251045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4CD96-2C8A-3690-C44F-66ADB6ABD8DC}"/>
              </a:ext>
            </a:extLst>
          </p:cNvPr>
          <p:cNvSpPr/>
          <p:nvPr/>
        </p:nvSpPr>
        <p:spPr>
          <a:xfrm>
            <a:off x="1401168" y="1897039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E25E1C-F8D3-68C3-7BAB-08BE2C1D8FB7}"/>
              </a:ext>
            </a:extLst>
          </p:cNvPr>
          <p:cNvCxnSpPr/>
          <p:nvPr/>
        </p:nvCxnSpPr>
        <p:spPr>
          <a:xfrm>
            <a:off x="3120788" y="1469409"/>
            <a:ext cx="23064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7EA56-57AF-AE30-E0FE-17F907283ED1}"/>
              </a:ext>
            </a:extLst>
          </p:cNvPr>
          <p:cNvSpPr/>
          <p:nvPr/>
        </p:nvSpPr>
        <p:spPr>
          <a:xfrm>
            <a:off x="1082721" y="291152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BF795A-3C48-D36F-2231-429F24D34794}"/>
              </a:ext>
            </a:extLst>
          </p:cNvPr>
          <p:cNvSpPr/>
          <p:nvPr/>
        </p:nvSpPr>
        <p:spPr>
          <a:xfrm>
            <a:off x="6155139" y="686938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4F5054-2A96-540C-7146-13A4C627CDAC}"/>
              </a:ext>
            </a:extLst>
          </p:cNvPr>
          <p:cNvSpPr/>
          <p:nvPr/>
        </p:nvSpPr>
        <p:spPr>
          <a:xfrm>
            <a:off x="6155140" y="1332932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D91A2-1D9C-0731-8763-0349B646A9BD}"/>
              </a:ext>
            </a:extLst>
          </p:cNvPr>
          <p:cNvSpPr/>
          <p:nvPr/>
        </p:nvSpPr>
        <p:spPr>
          <a:xfrm>
            <a:off x="6155138" y="1978926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4F229A-2894-CC1B-9EF7-454272514024}"/>
              </a:ext>
            </a:extLst>
          </p:cNvPr>
          <p:cNvSpPr/>
          <p:nvPr/>
        </p:nvSpPr>
        <p:spPr>
          <a:xfrm>
            <a:off x="5836691" y="373039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2FA8D5-6489-93CC-9431-710E7759F359}"/>
              </a:ext>
            </a:extLst>
          </p:cNvPr>
          <p:cNvSpPr txBox="1"/>
          <p:nvPr/>
        </p:nvSpPr>
        <p:spPr>
          <a:xfrm>
            <a:off x="5306035" y="2947748"/>
            <a:ext cx="3017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SQL, </a:t>
            </a:r>
            <a:r>
              <a:rPr lang="de-DE" dirty="0" err="1"/>
              <a:t>pg</a:t>
            </a:r>
            <a:r>
              <a:rPr lang="de-DE" dirty="0"/>
              <a:t>/</a:t>
            </a:r>
            <a:r>
              <a:rPr lang="de-DE" dirty="0" err="1"/>
              <a:t>plSQL</a:t>
            </a:r>
            <a:r>
              <a:rPr lang="de-DE" dirty="0"/>
              <a:t>, </a:t>
            </a:r>
            <a:r>
              <a:rPr lang="de-DE" dirty="0" err="1"/>
              <a:t>commentary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DA099-4863-84AD-3193-B10C214F6E27}"/>
              </a:ext>
            </a:extLst>
          </p:cNvPr>
          <p:cNvSpPr txBox="1"/>
          <p:nvPr/>
        </p:nvSpPr>
        <p:spPr>
          <a:xfrm>
            <a:off x="1326149" y="2856930"/>
            <a:ext cx="139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Database(s)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CE75B4-FD95-4396-1250-647EA031C1AB}"/>
              </a:ext>
            </a:extLst>
          </p:cNvPr>
          <p:cNvSpPr txBox="1"/>
          <p:nvPr/>
        </p:nvSpPr>
        <p:spPr>
          <a:xfrm>
            <a:off x="3428871" y="1483055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/>
              <a:t>e.g. </a:t>
            </a:r>
            <a:r>
              <a:rPr lang="de-DE" dirty="0" err="1"/>
              <a:t>Alembic</a:t>
            </a:r>
            <a:endParaRPr lang="de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13F55-78A4-7BD9-2D1A-DE0668C862D9}"/>
              </a:ext>
            </a:extLst>
          </p:cNvPr>
          <p:cNvSpPr/>
          <p:nvPr/>
        </p:nvSpPr>
        <p:spPr>
          <a:xfrm>
            <a:off x="1082721" y="4076131"/>
            <a:ext cx="1956179" cy="2283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FC04C7-5177-EC95-8474-4C66285D0EBF}"/>
              </a:ext>
            </a:extLst>
          </p:cNvPr>
          <p:cNvSpPr txBox="1"/>
          <p:nvPr/>
        </p:nvSpPr>
        <p:spPr>
          <a:xfrm>
            <a:off x="1004173" y="3594079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1FFA08-BDA8-DBDB-770D-96FC1E86AE1B}"/>
              </a:ext>
            </a:extLst>
          </p:cNvPr>
          <p:cNvCxnSpPr>
            <a:cxnSpLocks/>
          </p:cNvCxnSpPr>
          <p:nvPr/>
        </p:nvCxnSpPr>
        <p:spPr>
          <a:xfrm>
            <a:off x="7888067" y="1483055"/>
            <a:ext cx="20838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357EA44-1EE5-95A8-8AE4-6C90CAE22917}"/>
              </a:ext>
            </a:extLst>
          </p:cNvPr>
          <p:cNvSpPr txBox="1"/>
          <p:nvPr/>
        </p:nvSpPr>
        <p:spPr>
          <a:xfrm>
            <a:off x="8048305" y="1562248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chain</a:t>
            </a:r>
            <a:endParaRPr lang="de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773AB7-24BD-A8BB-2367-C7D55CA40972}"/>
              </a:ext>
            </a:extLst>
          </p:cNvPr>
          <p:cNvSpPr/>
          <p:nvPr/>
        </p:nvSpPr>
        <p:spPr>
          <a:xfrm>
            <a:off x="10076595" y="557705"/>
            <a:ext cx="1956179" cy="4205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163A0A-8295-4AE0-2911-EE08AA8A59C7}"/>
              </a:ext>
            </a:extLst>
          </p:cNvPr>
          <p:cNvSpPr txBox="1"/>
          <p:nvPr/>
        </p:nvSpPr>
        <p:spPr>
          <a:xfrm>
            <a:off x="10036773" y="0"/>
            <a:ext cx="178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Graph </a:t>
            </a:r>
            <a:r>
              <a:rPr lang="de-DE" dirty="0" err="1"/>
              <a:t>database</a:t>
            </a:r>
            <a:endParaRPr lang="de-DE" dirty="0"/>
          </a:p>
          <a:p>
            <a:pPr algn="ctr"/>
            <a:r>
              <a:rPr lang="de-DE" dirty="0"/>
              <a:t>DB &amp; </a:t>
            </a:r>
            <a:r>
              <a:rPr lang="de-DE" dirty="0" err="1"/>
              <a:t>Metadata</a:t>
            </a:r>
            <a:endParaRPr lang="de-DE" dirty="0"/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B5263D93-677E-BB2E-4E83-11B1E1B2BD43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2738649" y="1533098"/>
            <a:ext cx="300251" cy="3139657"/>
          </a:xfrm>
          <a:prstGeom prst="curvedConnector3">
            <a:avLst>
              <a:gd name="adj1" fmla="val 1761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DA210F9-F27B-3365-DDC4-14072A943497}"/>
              </a:ext>
            </a:extLst>
          </p:cNvPr>
          <p:cNvCxnSpPr>
            <a:cxnSpLocks/>
            <a:endCxn id="12" idx="1"/>
          </p:cNvCxnSpPr>
          <p:nvPr/>
        </p:nvCxnSpPr>
        <p:spPr>
          <a:xfrm rot="10800000">
            <a:off x="1082722" y="1533098"/>
            <a:ext cx="227463" cy="3926678"/>
          </a:xfrm>
          <a:prstGeom prst="curvedConnector3">
            <a:avLst>
              <a:gd name="adj1" fmla="val 2005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49C46C-A984-BA39-1069-A80412C41E3A}"/>
              </a:ext>
            </a:extLst>
          </p:cNvPr>
          <p:cNvGrpSpPr/>
          <p:nvPr/>
        </p:nvGrpSpPr>
        <p:grpSpPr>
          <a:xfrm>
            <a:off x="10334783" y="887104"/>
            <a:ext cx="669862" cy="809768"/>
            <a:chOff x="10284741" y="1169158"/>
            <a:chExt cx="1428468" cy="18560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784983F-55A6-8FCA-15D9-3523AB4DF65B}"/>
                </a:ext>
              </a:extLst>
            </p:cNvPr>
            <p:cNvSpPr/>
            <p:nvPr/>
          </p:nvSpPr>
          <p:spPr>
            <a:xfrm>
              <a:off x="10284742" y="1169158"/>
              <a:ext cx="1428465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Tables</a:t>
              </a:r>
              <a:endParaRPr lang="de-DE" sz="7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46AC51-3D66-D8EB-CA60-22BCC0926863}"/>
                </a:ext>
              </a:extLst>
            </p:cNvPr>
            <p:cNvSpPr/>
            <p:nvPr/>
          </p:nvSpPr>
          <p:spPr>
            <a:xfrm>
              <a:off x="10284743" y="1815152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Procedures</a:t>
              </a:r>
              <a:endParaRPr lang="de-DE" sz="7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F4395DE-1B4D-C5D2-6A50-6049B31E47AB}"/>
                </a:ext>
              </a:extLst>
            </p:cNvPr>
            <p:cNvSpPr/>
            <p:nvPr/>
          </p:nvSpPr>
          <p:spPr>
            <a:xfrm>
              <a:off x="10284741" y="2461146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Views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919FAD5-D36B-A628-C191-C5061860C774}"/>
              </a:ext>
            </a:extLst>
          </p:cNvPr>
          <p:cNvSpPr/>
          <p:nvPr/>
        </p:nvSpPr>
        <p:spPr>
          <a:xfrm>
            <a:off x="10340451" y="1926525"/>
            <a:ext cx="1537650" cy="780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Commentary</a:t>
            </a:r>
            <a:r>
              <a:rPr lang="de-DE" dirty="0"/>
              <a:t> Database</a:t>
            </a:r>
          </a:p>
          <a:p>
            <a:pPr algn="ctr"/>
            <a:r>
              <a:rPr lang="de-DE" dirty="0" err="1"/>
              <a:t>Objecs</a:t>
            </a:r>
            <a:endParaRPr lang="de-DE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51061945-3CD6-E50C-AA92-1FF6882ACA40}"/>
              </a:ext>
            </a:extLst>
          </p:cNvPr>
          <p:cNvCxnSpPr>
            <a:stCxn id="40" idx="3"/>
            <a:endCxn id="39" idx="3"/>
          </p:cNvCxnSpPr>
          <p:nvPr/>
        </p:nvCxnSpPr>
        <p:spPr>
          <a:xfrm flipH="1" flipV="1">
            <a:off x="11004644" y="1010157"/>
            <a:ext cx="1" cy="281831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16ED6A9A-D557-BDC7-130D-D57A6594B66E}"/>
              </a:ext>
            </a:extLst>
          </p:cNvPr>
          <p:cNvCxnSpPr>
            <a:cxnSpLocks/>
            <a:stCxn id="41" idx="3"/>
            <a:endCxn id="43" idx="0"/>
          </p:cNvCxnSpPr>
          <p:nvPr/>
        </p:nvCxnSpPr>
        <p:spPr>
          <a:xfrm>
            <a:off x="11004644" y="1573819"/>
            <a:ext cx="104632" cy="3527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23424BE-DC56-E34B-E599-DF7263B9BCE9}"/>
              </a:ext>
            </a:extLst>
          </p:cNvPr>
          <p:cNvCxnSpPr>
            <a:stCxn id="20" idx="3"/>
          </p:cNvCxnSpPr>
          <p:nvPr/>
        </p:nvCxnSpPr>
        <p:spPr>
          <a:xfrm>
            <a:off x="3038900" y="5217994"/>
            <a:ext cx="2306473" cy="4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186351C-1DE8-8285-5E17-6113E1F25EF4}"/>
              </a:ext>
            </a:extLst>
          </p:cNvPr>
          <p:cNvSpPr/>
          <p:nvPr/>
        </p:nvSpPr>
        <p:spPr>
          <a:xfrm>
            <a:off x="5672919" y="4796175"/>
            <a:ext cx="1428465" cy="12315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Interfacing</a:t>
            </a:r>
            <a:r>
              <a:rPr lang="de-DE" dirty="0"/>
              <a:t> </a:t>
            </a:r>
            <a:r>
              <a:rPr lang="de-DE" dirty="0" err="1"/>
              <a:t>tables</a:t>
            </a:r>
            <a:r>
              <a:rPr lang="de-DE" dirty="0"/>
              <a:t> / </a:t>
            </a:r>
            <a:r>
              <a:rPr lang="de-DE" dirty="0" err="1"/>
              <a:t>procedures</a:t>
            </a:r>
            <a:r>
              <a:rPr lang="de-DE" dirty="0"/>
              <a:t> / </a:t>
            </a:r>
            <a:r>
              <a:rPr lang="de-DE" dirty="0" err="1"/>
              <a:t>views</a:t>
            </a:r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B9E0D8-78E9-84F0-A7E7-19602E8BB555}"/>
              </a:ext>
            </a:extLst>
          </p:cNvPr>
          <p:cNvSpPr/>
          <p:nvPr/>
        </p:nvSpPr>
        <p:spPr>
          <a:xfrm>
            <a:off x="5672918" y="4230805"/>
            <a:ext cx="1428465" cy="4440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55DFB1E-5DAB-C429-8362-1BAFBEE1CE60}"/>
              </a:ext>
            </a:extLst>
          </p:cNvPr>
          <p:cNvSpPr/>
          <p:nvPr/>
        </p:nvSpPr>
        <p:spPr>
          <a:xfrm>
            <a:off x="10340451" y="2836121"/>
            <a:ext cx="1537650" cy="7802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FF179D0-EE24-4644-F594-A197E182720F}"/>
              </a:ext>
            </a:extLst>
          </p:cNvPr>
          <p:cNvCxnSpPr>
            <a:stCxn id="51" idx="3"/>
            <a:endCxn id="24" idx="1"/>
          </p:cNvCxnSpPr>
          <p:nvPr/>
        </p:nvCxnSpPr>
        <p:spPr>
          <a:xfrm flipV="1">
            <a:off x="7101383" y="2660387"/>
            <a:ext cx="2975212" cy="17924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D84D4CCA-1AD7-0682-1DF5-1CB519773F1F}"/>
              </a:ext>
            </a:extLst>
          </p:cNvPr>
          <p:cNvCxnSpPr>
            <a:stCxn id="50" idx="3"/>
          </p:cNvCxnSpPr>
          <p:nvPr/>
        </p:nvCxnSpPr>
        <p:spPr>
          <a:xfrm flipV="1">
            <a:off x="7101384" y="3088943"/>
            <a:ext cx="2975211" cy="23230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96CEC50-2D83-7614-39B6-1F5516EE0413}"/>
              </a:ext>
            </a:extLst>
          </p:cNvPr>
          <p:cNvSpPr/>
          <p:nvPr/>
        </p:nvSpPr>
        <p:spPr>
          <a:xfrm>
            <a:off x="10285861" y="3821372"/>
            <a:ext cx="1665029" cy="81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Concept</a:t>
            </a:r>
          </a:p>
          <a:p>
            <a:pPr algn="ctr"/>
            <a:r>
              <a:rPr lang="de-DE" sz="1600" dirty="0" err="1"/>
              <a:t>Documentation</a:t>
            </a:r>
            <a:endParaRPr lang="de-DE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5F3DB1-A01F-9A66-B622-DA15DD3EFD5F}"/>
              </a:ext>
            </a:extLst>
          </p:cNvPr>
          <p:cNvSpPr/>
          <p:nvPr/>
        </p:nvSpPr>
        <p:spPr>
          <a:xfrm>
            <a:off x="8449082" y="5762978"/>
            <a:ext cx="1665029" cy="81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Expert </a:t>
            </a:r>
            <a:r>
              <a:rPr lang="de-DE" sz="1600" dirty="0" err="1"/>
              <a:t>interviews</a:t>
            </a:r>
            <a:endParaRPr lang="de-DE" sz="1600" dirty="0"/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4BD70BBA-ABB0-0A7D-F110-7CCDE9E350B8}"/>
              </a:ext>
            </a:extLst>
          </p:cNvPr>
          <p:cNvCxnSpPr>
            <a:cxnSpLocks/>
            <a:endCxn id="60" idx="1"/>
          </p:cNvCxnSpPr>
          <p:nvPr/>
        </p:nvCxnSpPr>
        <p:spPr>
          <a:xfrm rot="5400000">
            <a:off x="8237445" y="4333261"/>
            <a:ext cx="2050787" cy="1627512"/>
          </a:xfrm>
          <a:prstGeom prst="curvedConnector4">
            <a:avLst>
              <a:gd name="adj1" fmla="val 40018"/>
              <a:gd name="adj2" fmla="val 1140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899BF6F-BA67-1389-5BF3-1D7409534A58}"/>
              </a:ext>
            </a:extLst>
          </p:cNvPr>
          <p:cNvSpPr txBox="1"/>
          <p:nvPr/>
        </p:nvSpPr>
        <p:spPr>
          <a:xfrm>
            <a:off x="8673168" y="5076574"/>
            <a:ext cx="1469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Follow use </a:t>
            </a:r>
            <a:r>
              <a:rPr lang="de-DE" sz="1400" dirty="0" err="1"/>
              <a:t>case</a:t>
            </a:r>
            <a:r>
              <a:rPr lang="de-DE" sz="1400" dirty="0"/>
              <a:t>,</a:t>
            </a:r>
          </a:p>
          <a:p>
            <a:r>
              <a:rPr lang="de-DE" sz="1400" dirty="0" err="1"/>
              <a:t>ask</a:t>
            </a:r>
            <a:r>
              <a:rPr lang="de-DE" sz="1400" dirty="0"/>
              <a:t> </a:t>
            </a:r>
            <a:r>
              <a:rPr lang="de-DE" sz="1400" dirty="0" err="1"/>
              <a:t>questions</a:t>
            </a:r>
            <a:endParaRPr lang="de-DE" sz="1400" dirty="0"/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1120229B-2313-C78A-9CFC-A047FFB6C10E}"/>
              </a:ext>
            </a:extLst>
          </p:cNvPr>
          <p:cNvCxnSpPr>
            <a:stCxn id="60" idx="3"/>
            <a:endCxn id="24" idx="2"/>
          </p:cNvCxnSpPr>
          <p:nvPr/>
        </p:nvCxnSpPr>
        <p:spPr>
          <a:xfrm flipV="1">
            <a:off x="10114111" y="4763069"/>
            <a:ext cx="940574" cy="1409342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35CA3F3-3D8F-5E93-DD34-904D02786A05}"/>
              </a:ext>
            </a:extLst>
          </p:cNvPr>
          <p:cNvSpPr txBox="1"/>
          <p:nvPr/>
        </p:nvSpPr>
        <p:spPr>
          <a:xfrm>
            <a:off x="10399590" y="6021638"/>
            <a:ext cx="1779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Improve</a:t>
            </a:r>
            <a:r>
              <a:rPr lang="de-DE" sz="1200" dirty="0"/>
              <a:t> </a:t>
            </a:r>
            <a:r>
              <a:rPr lang="de-DE" sz="1200" dirty="0" err="1"/>
              <a:t>documentation</a:t>
            </a:r>
            <a:endParaRPr lang="de-DE" sz="1200" dirty="0"/>
          </a:p>
          <a:p>
            <a:r>
              <a:rPr lang="de-DE" sz="1200" dirty="0"/>
              <a:t>+ inline </a:t>
            </a:r>
            <a:r>
              <a:rPr lang="de-DE" sz="1200" dirty="0" err="1"/>
              <a:t>commentary</a:t>
            </a:r>
            <a:endParaRPr lang="de-DE" sz="1200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04D9A8E0-27B4-0BEB-716D-8F192F5C5DAD}"/>
              </a:ext>
            </a:extLst>
          </p:cNvPr>
          <p:cNvCxnSpPr>
            <a:stCxn id="54" idx="1"/>
            <a:endCxn id="40" idx="1"/>
          </p:cNvCxnSpPr>
          <p:nvPr/>
        </p:nvCxnSpPr>
        <p:spPr>
          <a:xfrm rot="10800000">
            <a:off x="10334785" y="1291988"/>
            <a:ext cx="5667" cy="1934274"/>
          </a:xfrm>
          <a:prstGeom prst="curvedConnector3">
            <a:avLst>
              <a:gd name="adj1" fmla="val 413388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9376B26F-3DEB-A8CA-B859-54D5420EDB5D}"/>
              </a:ext>
            </a:extLst>
          </p:cNvPr>
          <p:cNvCxnSpPr>
            <a:stCxn id="60" idx="0"/>
            <a:endCxn id="16" idx="3"/>
          </p:cNvCxnSpPr>
          <p:nvPr/>
        </p:nvCxnSpPr>
        <p:spPr>
          <a:xfrm rot="16200000" flipV="1">
            <a:off x="6463238" y="2944618"/>
            <a:ext cx="4147993" cy="148872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0EB5875-14B6-BBC3-AD51-4AE03D700ED4}"/>
              </a:ext>
            </a:extLst>
          </p:cNvPr>
          <p:cNvSpPr/>
          <p:nvPr/>
        </p:nvSpPr>
        <p:spPr>
          <a:xfrm>
            <a:off x="1310184" y="4390701"/>
            <a:ext cx="1428465" cy="5641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TMS Bridge 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E722A-9211-1DD4-1DE1-1FF03AE21D69}"/>
              </a:ext>
            </a:extLst>
          </p:cNvPr>
          <p:cNvSpPr/>
          <p:nvPr/>
        </p:nvSpPr>
        <p:spPr>
          <a:xfrm>
            <a:off x="1310184" y="5177722"/>
            <a:ext cx="1428465" cy="5641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Uniface</a:t>
            </a:r>
            <a:r>
              <a:rPr lang="de-DE" dirty="0"/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322659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0A00A3-0866-9F2E-DF51-39F8F1962B32}"/>
              </a:ext>
            </a:extLst>
          </p:cNvPr>
          <p:cNvSpPr/>
          <p:nvPr/>
        </p:nvSpPr>
        <p:spPr>
          <a:xfrm>
            <a:off x="1401169" y="605051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6D5B5-9737-1C50-37C8-D998A6DC91D4}"/>
              </a:ext>
            </a:extLst>
          </p:cNvPr>
          <p:cNvSpPr/>
          <p:nvPr/>
        </p:nvSpPr>
        <p:spPr>
          <a:xfrm>
            <a:off x="1401170" y="1251045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B2A508-ADA9-D35C-7646-AABA6C72F4F6}"/>
              </a:ext>
            </a:extLst>
          </p:cNvPr>
          <p:cNvSpPr/>
          <p:nvPr/>
        </p:nvSpPr>
        <p:spPr>
          <a:xfrm>
            <a:off x="1401168" y="1897039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49BA3-7979-DDD3-5EB3-9CFF61B352C8}"/>
              </a:ext>
            </a:extLst>
          </p:cNvPr>
          <p:cNvCxnSpPr/>
          <p:nvPr/>
        </p:nvCxnSpPr>
        <p:spPr>
          <a:xfrm>
            <a:off x="3120788" y="1469409"/>
            <a:ext cx="23064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48D43-EA28-A896-3D89-300CD92DECDC}"/>
              </a:ext>
            </a:extLst>
          </p:cNvPr>
          <p:cNvSpPr/>
          <p:nvPr/>
        </p:nvSpPr>
        <p:spPr>
          <a:xfrm>
            <a:off x="1082721" y="291152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0B3FA0-40F9-DFC5-0540-D3605067A76D}"/>
              </a:ext>
            </a:extLst>
          </p:cNvPr>
          <p:cNvSpPr/>
          <p:nvPr/>
        </p:nvSpPr>
        <p:spPr>
          <a:xfrm>
            <a:off x="6155139" y="686938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A06D6-BFDF-C123-5979-426CD22F54F4}"/>
              </a:ext>
            </a:extLst>
          </p:cNvPr>
          <p:cNvSpPr/>
          <p:nvPr/>
        </p:nvSpPr>
        <p:spPr>
          <a:xfrm>
            <a:off x="6155140" y="1332932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Procedures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33AEF8-A106-E613-A1CA-5AD2EB7B548B}"/>
              </a:ext>
            </a:extLst>
          </p:cNvPr>
          <p:cNvSpPr/>
          <p:nvPr/>
        </p:nvSpPr>
        <p:spPr>
          <a:xfrm>
            <a:off x="6155138" y="1978926"/>
            <a:ext cx="1428466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4FC3C9-A9E5-EA23-605E-20EB5C247C66}"/>
              </a:ext>
            </a:extLst>
          </p:cNvPr>
          <p:cNvSpPr/>
          <p:nvPr/>
        </p:nvSpPr>
        <p:spPr>
          <a:xfrm>
            <a:off x="5836691" y="373039"/>
            <a:ext cx="1956179" cy="2483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6DDFE6-5DCF-6BF8-E6AA-0F0921F4B45D}"/>
              </a:ext>
            </a:extLst>
          </p:cNvPr>
          <p:cNvSpPr txBox="1"/>
          <p:nvPr/>
        </p:nvSpPr>
        <p:spPr>
          <a:xfrm>
            <a:off x="5306035" y="2947748"/>
            <a:ext cx="3017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SQL, </a:t>
            </a:r>
            <a:r>
              <a:rPr lang="de-DE" dirty="0" err="1"/>
              <a:t>pg</a:t>
            </a:r>
            <a:r>
              <a:rPr lang="de-DE" dirty="0"/>
              <a:t>/</a:t>
            </a:r>
            <a:r>
              <a:rPr lang="de-DE" dirty="0" err="1"/>
              <a:t>plSQL</a:t>
            </a:r>
            <a:r>
              <a:rPr lang="de-DE" dirty="0"/>
              <a:t>, </a:t>
            </a:r>
            <a:r>
              <a:rPr lang="de-DE" dirty="0" err="1"/>
              <a:t>commentary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0AC19F-B356-8877-4607-D6B0B70C9220}"/>
              </a:ext>
            </a:extLst>
          </p:cNvPr>
          <p:cNvSpPr txBox="1"/>
          <p:nvPr/>
        </p:nvSpPr>
        <p:spPr>
          <a:xfrm>
            <a:off x="1326149" y="2856930"/>
            <a:ext cx="139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Database(s)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68C0C0-72BF-B5F7-A620-405FBDB50485}"/>
              </a:ext>
            </a:extLst>
          </p:cNvPr>
          <p:cNvSpPr txBox="1"/>
          <p:nvPr/>
        </p:nvSpPr>
        <p:spPr>
          <a:xfrm>
            <a:off x="3428871" y="1483055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/>
              <a:t>e.g. </a:t>
            </a:r>
            <a:r>
              <a:rPr lang="de-DE" dirty="0" err="1"/>
              <a:t>Alembic</a:t>
            </a:r>
            <a:endParaRPr lang="de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F2164D-64A3-EF7E-841D-C0814FB52776}"/>
              </a:ext>
            </a:extLst>
          </p:cNvPr>
          <p:cNvSpPr/>
          <p:nvPr/>
        </p:nvSpPr>
        <p:spPr>
          <a:xfrm>
            <a:off x="1082721" y="4076131"/>
            <a:ext cx="1956179" cy="2283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F5818-FF0D-214F-89F3-DA7ACB36E8F8}"/>
              </a:ext>
            </a:extLst>
          </p:cNvPr>
          <p:cNvSpPr txBox="1"/>
          <p:nvPr/>
        </p:nvSpPr>
        <p:spPr>
          <a:xfrm>
            <a:off x="1004173" y="3594079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345BF8-28AD-1F4C-7C5B-D814B683226A}"/>
              </a:ext>
            </a:extLst>
          </p:cNvPr>
          <p:cNvCxnSpPr>
            <a:cxnSpLocks/>
          </p:cNvCxnSpPr>
          <p:nvPr/>
        </p:nvCxnSpPr>
        <p:spPr>
          <a:xfrm>
            <a:off x="7888067" y="1483055"/>
            <a:ext cx="20838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6DF6D0-5633-8AC6-04A1-FF2546036468}"/>
              </a:ext>
            </a:extLst>
          </p:cNvPr>
          <p:cNvSpPr txBox="1"/>
          <p:nvPr/>
        </p:nvSpPr>
        <p:spPr>
          <a:xfrm>
            <a:off x="8048305" y="1562248"/>
            <a:ext cx="1819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extract</a:t>
            </a:r>
            <a:r>
              <a:rPr lang="de-DE" dirty="0"/>
              <a:t> &amp; update</a:t>
            </a:r>
          </a:p>
          <a:p>
            <a:pPr algn="ctr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chain</a:t>
            </a:r>
            <a:endParaRPr lang="de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390F09-4725-1F9A-F152-B5385F5650FD}"/>
              </a:ext>
            </a:extLst>
          </p:cNvPr>
          <p:cNvSpPr/>
          <p:nvPr/>
        </p:nvSpPr>
        <p:spPr>
          <a:xfrm>
            <a:off x="10076595" y="557705"/>
            <a:ext cx="1956179" cy="4205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96B7AC-187B-1EF5-85A3-D01C124D3EED}"/>
              </a:ext>
            </a:extLst>
          </p:cNvPr>
          <p:cNvSpPr txBox="1"/>
          <p:nvPr/>
        </p:nvSpPr>
        <p:spPr>
          <a:xfrm>
            <a:off x="10036773" y="0"/>
            <a:ext cx="178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Graph </a:t>
            </a:r>
            <a:r>
              <a:rPr lang="de-DE" dirty="0" err="1"/>
              <a:t>database</a:t>
            </a:r>
            <a:endParaRPr lang="de-DE" dirty="0"/>
          </a:p>
          <a:p>
            <a:pPr algn="ctr"/>
            <a:r>
              <a:rPr lang="de-DE" dirty="0"/>
              <a:t>DB &amp; </a:t>
            </a:r>
            <a:r>
              <a:rPr lang="de-DE" dirty="0" err="1"/>
              <a:t>Metadata</a:t>
            </a:r>
            <a:endParaRPr lang="de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C4EA85-450F-D694-C835-902D3906C84B}"/>
              </a:ext>
            </a:extLst>
          </p:cNvPr>
          <p:cNvSpPr/>
          <p:nvPr/>
        </p:nvSpPr>
        <p:spPr>
          <a:xfrm>
            <a:off x="1310184" y="4390701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Backends</a:t>
            </a:r>
            <a:endParaRPr lang="de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CE904A-8405-92E6-A41A-EFB8A6243E73}"/>
              </a:ext>
            </a:extLst>
          </p:cNvPr>
          <p:cNvSpPr/>
          <p:nvPr/>
        </p:nvSpPr>
        <p:spPr>
          <a:xfrm>
            <a:off x="1310184" y="5177722"/>
            <a:ext cx="1428465" cy="56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GUIs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6785BFCA-7AFF-B3F2-B35D-5A1F88FEF706}"/>
              </a:ext>
            </a:extLst>
          </p:cNvPr>
          <p:cNvCxnSpPr>
            <a:stCxn id="28" idx="3"/>
            <a:endCxn id="12" idx="3"/>
          </p:cNvCxnSpPr>
          <p:nvPr/>
        </p:nvCxnSpPr>
        <p:spPr>
          <a:xfrm flipV="1">
            <a:off x="2738649" y="1533098"/>
            <a:ext cx="300251" cy="3139657"/>
          </a:xfrm>
          <a:prstGeom prst="curvedConnector3">
            <a:avLst>
              <a:gd name="adj1" fmla="val 1761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C4CA867-F11F-E7E2-5B50-3FF11BECCD9E}"/>
              </a:ext>
            </a:extLst>
          </p:cNvPr>
          <p:cNvCxnSpPr>
            <a:stCxn id="29" idx="1"/>
            <a:endCxn id="12" idx="1"/>
          </p:cNvCxnSpPr>
          <p:nvPr/>
        </p:nvCxnSpPr>
        <p:spPr>
          <a:xfrm rot="10800000">
            <a:off x="1082722" y="1533098"/>
            <a:ext cx="227463" cy="3926678"/>
          </a:xfrm>
          <a:prstGeom prst="curvedConnector3">
            <a:avLst>
              <a:gd name="adj1" fmla="val 2005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215D2F5-B419-3423-9981-8ABAA4B14267}"/>
              </a:ext>
            </a:extLst>
          </p:cNvPr>
          <p:cNvGrpSpPr/>
          <p:nvPr/>
        </p:nvGrpSpPr>
        <p:grpSpPr>
          <a:xfrm>
            <a:off x="10334783" y="887104"/>
            <a:ext cx="669862" cy="809768"/>
            <a:chOff x="10284741" y="1169158"/>
            <a:chExt cx="1428468" cy="18560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B91479A-79FE-4BE8-C2D6-27457096BE03}"/>
                </a:ext>
              </a:extLst>
            </p:cNvPr>
            <p:cNvSpPr/>
            <p:nvPr/>
          </p:nvSpPr>
          <p:spPr>
            <a:xfrm>
              <a:off x="10284742" y="1169158"/>
              <a:ext cx="1428465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Tables</a:t>
              </a:r>
              <a:endParaRPr lang="de-DE" sz="7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5525DF2-5B92-AAC2-85A0-DCDE91E20DB0}"/>
                </a:ext>
              </a:extLst>
            </p:cNvPr>
            <p:cNvSpPr/>
            <p:nvPr/>
          </p:nvSpPr>
          <p:spPr>
            <a:xfrm>
              <a:off x="10284743" y="1815152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/>
                <a:t>Procedures</a:t>
              </a:r>
              <a:endParaRPr lang="de-DE" sz="7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3837DD4-7B54-90A2-7041-86AAA9036D90}"/>
                </a:ext>
              </a:extLst>
            </p:cNvPr>
            <p:cNvSpPr/>
            <p:nvPr/>
          </p:nvSpPr>
          <p:spPr>
            <a:xfrm>
              <a:off x="10284741" y="2461146"/>
              <a:ext cx="1428466" cy="56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Views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B8C675D-13C4-849F-AC68-E32771A9BDFC}"/>
              </a:ext>
            </a:extLst>
          </p:cNvPr>
          <p:cNvSpPr/>
          <p:nvPr/>
        </p:nvSpPr>
        <p:spPr>
          <a:xfrm>
            <a:off x="10340451" y="1926525"/>
            <a:ext cx="1537650" cy="780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Commentary</a:t>
            </a:r>
            <a:r>
              <a:rPr lang="de-DE" dirty="0"/>
              <a:t> Database</a:t>
            </a:r>
          </a:p>
          <a:p>
            <a:pPr algn="ctr"/>
            <a:r>
              <a:rPr lang="de-DE" dirty="0" err="1"/>
              <a:t>Objecs</a:t>
            </a:r>
            <a:endParaRPr lang="de-DE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EDB81E4F-0ACF-D457-56D6-5ECDB263F035}"/>
              </a:ext>
            </a:extLst>
          </p:cNvPr>
          <p:cNvCxnSpPr>
            <a:stCxn id="40" idx="3"/>
            <a:endCxn id="39" idx="3"/>
          </p:cNvCxnSpPr>
          <p:nvPr/>
        </p:nvCxnSpPr>
        <p:spPr>
          <a:xfrm flipH="1" flipV="1">
            <a:off x="11004644" y="1010157"/>
            <a:ext cx="1" cy="281831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8AAC353-BB7C-7E5B-B7AE-C74A2C3E6898}"/>
              </a:ext>
            </a:extLst>
          </p:cNvPr>
          <p:cNvCxnSpPr>
            <a:cxnSpLocks/>
            <a:stCxn id="41" idx="3"/>
            <a:endCxn id="43" idx="0"/>
          </p:cNvCxnSpPr>
          <p:nvPr/>
        </p:nvCxnSpPr>
        <p:spPr>
          <a:xfrm>
            <a:off x="11004644" y="1573819"/>
            <a:ext cx="104632" cy="3527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3C427A-3F66-3C78-665D-F272DFBDD752}"/>
              </a:ext>
            </a:extLst>
          </p:cNvPr>
          <p:cNvCxnSpPr>
            <a:stCxn id="20" idx="3"/>
          </p:cNvCxnSpPr>
          <p:nvPr/>
        </p:nvCxnSpPr>
        <p:spPr>
          <a:xfrm>
            <a:off x="3038900" y="5217994"/>
            <a:ext cx="2306473" cy="4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E33033A-FAE1-0BCE-73D5-ADC3C4540B54}"/>
              </a:ext>
            </a:extLst>
          </p:cNvPr>
          <p:cNvSpPr/>
          <p:nvPr/>
        </p:nvSpPr>
        <p:spPr>
          <a:xfrm>
            <a:off x="5672919" y="4796175"/>
            <a:ext cx="1428465" cy="1231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Interfacing</a:t>
            </a:r>
            <a:r>
              <a:rPr lang="de-DE" dirty="0"/>
              <a:t> </a:t>
            </a:r>
            <a:r>
              <a:rPr lang="de-DE" dirty="0" err="1"/>
              <a:t>tables</a:t>
            </a:r>
            <a:r>
              <a:rPr lang="de-DE" dirty="0"/>
              <a:t> / </a:t>
            </a:r>
            <a:r>
              <a:rPr lang="de-DE" dirty="0" err="1"/>
              <a:t>procedures</a:t>
            </a:r>
            <a:r>
              <a:rPr lang="de-DE" dirty="0"/>
              <a:t> / </a:t>
            </a:r>
            <a:r>
              <a:rPr lang="de-DE" dirty="0" err="1"/>
              <a:t>views</a:t>
            </a:r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2879D8-073F-7CE7-8789-A888B02C6A09}"/>
              </a:ext>
            </a:extLst>
          </p:cNvPr>
          <p:cNvSpPr/>
          <p:nvPr/>
        </p:nvSpPr>
        <p:spPr>
          <a:xfrm>
            <a:off x="5672918" y="4230805"/>
            <a:ext cx="1428465" cy="444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4E5C17-F40F-6FBF-E837-4386B58C0484}"/>
              </a:ext>
            </a:extLst>
          </p:cNvPr>
          <p:cNvSpPr/>
          <p:nvPr/>
        </p:nvSpPr>
        <p:spPr>
          <a:xfrm>
            <a:off x="10340451" y="2836121"/>
            <a:ext cx="1537650" cy="780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 Cases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C8D24C54-38C0-FD64-A118-38524B4551D6}"/>
              </a:ext>
            </a:extLst>
          </p:cNvPr>
          <p:cNvCxnSpPr>
            <a:stCxn id="51" idx="3"/>
            <a:endCxn id="24" idx="1"/>
          </p:cNvCxnSpPr>
          <p:nvPr/>
        </p:nvCxnSpPr>
        <p:spPr>
          <a:xfrm flipV="1">
            <a:off x="7101383" y="2660387"/>
            <a:ext cx="2975212" cy="17924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583C2758-58FE-CA4E-0E96-A84DD707EC0F}"/>
              </a:ext>
            </a:extLst>
          </p:cNvPr>
          <p:cNvCxnSpPr>
            <a:stCxn id="50" idx="3"/>
          </p:cNvCxnSpPr>
          <p:nvPr/>
        </p:nvCxnSpPr>
        <p:spPr>
          <a:xfrm flipV="1">
            <a:off x="7101384" y="3088943"/>
            <a:ext cx="2975211" cy="23230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913D31A-9853-AE0E-65A4-A4C260E4D2A0}"/>
              </a:ext>
            </a:extLst>
          </p:cNvPr>
          <p:cNvSpPr/>
          <p:nvPr/>
        </p:nvSpPr>
        <p:spPr>
          <a:xfrm>
            <a:off x="10285861" y="3821372"/>
            <a:ext cx="1665029" cy="81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Concept</a:t>
            </a:r>
          </a:p>
          <a:p>
            <a:pPr algn="ctr"/>
            <a:r>
              <a:rPr lang="de-DE" sz="1600" dirty="0" err="1"/>
              <a:t>Documentation</a:t>
            </a:r>
            <a:endParaRPr lang="de-DE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1B82C8-2CF0-7014-2BC4-F633A12CA8CA}"/>
              </a:ext>
            </a:extLst>
          </p:cNvPr>
          <p:cNvSpPr/>
          <p:nvPr/>
        </p:nvSpPr>
        <p:spPr>
          <a:xfrm>
            <a:off x="8449082" y="5762978"/>
            <a:ext cx="1665029" cy="81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Expert </a:t>
            </a:r>
            <a:r>
              <a:rPr lang="de-DE" sz="1600" dirty="0" err="1"/>
              <a:t>interviews</a:t>
            </a:r>
            <a:endParaRPr lang="de-DE" sz="1600" dirty="0"/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789B0202-DDCE-F888-67AA-483B2C78BB43}"/>
              </a:ext>
            </a:extLst>
          </p:cNvPr>
          <p:cNvCxnSpPr>
            <a:cxnSpLocks/>
            <a:endCxn id="60" idx="1"/>
          </p:cNvCxnSpPr>
          <p:nvPr/>
        </p:nvCxnSpPr>
        <p:spPr>
          <a:xfrm rot="5400000">
            <a:off x="8237445" y="4333261"/>
            <a:ext cx="2050787" cy="1627512"/>
          </a:xfrm>
          <a:prstGeom prst="curvedConnector4">
            <a:avLst>
              <a:gd name="adj1" fmla="val 40018"/>
              <a:gd name="adj2" fmla="val 1140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9866ED2-4CA4-B3CD-CBE0-C2A539B342B9}"/>
              </a:ext>
            </a:extLst>
          </p:cNvPr>
          <p:cNvSpPr txBox="1"/>
          <p:nvPr/>
        </p:nvSpPr>
        <p:spPr>
          <a:xfrm>
            <a:off x="8673168" y="5076574"/>
            <a:ext cx="1469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Follow use </a:t>
            </a:r>
            <a:r>
              <a:rPr lang="de-DE" sz="1400" dirty="0" err="1"/>
              <a:t>case</a:t>
            </a:r>
            <a:r>
              <a:rPr lang="de-DE" sz="1400" dirty="0"/>
              <a:t>,</a:t>
            </a:r>
          </a:p>
          <a:p>
            <a:r>
              <a:rPr lang="de-DE" sz="1400" dirty="0" err="1"/>
              <a:t>ask</a:t>
            </a:r>
            <a:r>
              <a:rPr lang="de-DE" sz="1400" dirty="0"/>
              <a:t> </a:t>
            </a:r>
            <a:r>
              <a:rPr lang="de-DE" sz="1400" dirty="0" err="1"/>
              <a:t>questions</a:t>
            </a:r>
            <a:endParaRPr lang="de-DE" sz="1400" dirty="0"/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0F5C9CC5-7DE3-770E-9C2B-720C5F69CF3D}"/>
              </a:ext>
            </a:extLst>
          </p:cNvPr>
          <p:cNvCxnSpPr>
            <a:stCxn id="60" idx="3"/>
            <a:endCxn id="24" idx="2"/>
          </p:cNvCxnSpPr>
          <p:nvPr/>
        </p:nvCxnSpPr>
        <p:spPr>
          <a:xfrm flipV="1">
            <a:off x="10114111" y="4763069"/>
            <a:ext cx="940574" cy="140934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DE0C36F-FA98-97D9-A77C-D90ADA5D06D1}"/>
              </a:ext>
            </a:extLst>
          </p:cNvPr>
          <p:cNvSpPr txBox="1"/>
          <p:nvPr/>
        </p:nvSpPr>
        <p:spPr>
          <a:xfrm>
            <a:off x="10399590" y="6021638"/>
            <a:ext cx="1693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Extend</a:t>
            </a:r>
            <a:r>
              <a:rPr lang="de-DE" sz="1200" dirty="0"/>
              <a:t> </a:t>
            </a:r>
            <a:r>
              <a:rPr lang="de-DE" sz="1200" dirty="0" err="1"/>
              <a:t>documentation</a:t>
            </a:r>
            <a:endParaRPr lang="de-DE" sz="1200" dirty="0"/>
          </a:p>
          <a:p>
            <a:r>
              <a:rPr lang="de-DE" sz="1200" dirty="0"/>
              <a:t>+ inline </a:t>
            </a:r>
            <a:r>
              <a:rPr lang="de-DE" sz="1200" dirty="0" err="1"/>
              <a:t>commentary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9537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9D0031E7F603F43A5CF794DEECCA62A" ma:contentTypeVersion="13" ma:contentTypeDescription="Ein neues Dokument erstellen." ma:contentTypeScope="" ma:versionID="9f758cb91893d4abaf6f1224fcd11a4a">
  <xsd:schema xmlns:xsd="http://www.w3.org/2001/XMLSchema" xmlns:xs="http://www.w3.org/2001/XMLSchema" xmlns:p="http://schemas.microsoft.com/office/2006/metadata/properties" xmlns:ns2="0a2a3c18-2e13-4bf5-ac55-b91177074166" xmlns:ns3="0bf0d172-fa66-4849-a8f7-177db9e3f581" targetNamespace="http://schemas.microsoft.com/office/2006/metadata/properties" ma:root="true" ma:fieldsID="56614b09a506d071bd77941ead72bcfe" ns2:_="" ns3:_="">
    <xsd:import namespace="0a2a3c18-2e13-4bf5-ac55-b91177074166"/>
    <xsd:import namespace="0bf0d172-fa66-4849-a8f7-177db9e3f58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a3c18-2e13-4bf5-ac55-b91177074166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bd335b93-59d0-49bf-91cb-7b95fdb56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f0d172-fa66-4849-a8f7-177db9e3f58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32b9b95-97b8-46f3-85fb-2ced9ec8738c}" ma:internalName="TaxCatchAll" ma:showField="CatchAllData" ma:web="0bf0d172-fa66-4849-a8f7-177db9e3f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2a3c18-2e13-4bf5-ac55-b91177074166">
      <Terms xmlns="http://schemas.microsoft.com/office/infopath/2007/PartnerControls"/>
    </lcf76f155ced4ddcb4097134ff3c332f>
    <TaxCatchAll xmlns="0bf0d172-fa66-4849-a8f7-177db9e3f581" xsi:nil="true"/>
  </documentManagement>
</p:properties>
</file>

<file path=customXml/itemProps1.xml><?xml version="1.0" encoding="utf-8"?>
<ds:datastoreItem xmlns:ds="http://schemas.openxmlformats.org/officeDocument/2006/customXml" ds:itemID="{0210D170-F907-4F0E-981E-EA3933031C4E}"/>
</file>

<file path=customXml/itemProps2.xml><?xml version="1.0" encoding="utf-8"?>
<ds:datastoreItem xmlns:ds="http://schemas.openxmlformats.org/officeDocument/2006/customXml" ds:itemID="{C1D0076B-49C1-4AEE-B892-0B7316E3F942}"/>
</file>

<file path=customXml/itemProps3.xml><?xml version="1.0" encoding="utf-8"?>
<ds:datastoreItem xmlns:ds="http://schemas.openxmlformats.org/officeDocument/2006/customXml" ds:itemID="{1CA048EC-DF83-4F9B-9A8C-55F2B9AC938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Breitbild</PresentationFormat>
  <Paragraphs>116</Paragraphs>
  <Slides>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Drescher</dc:creator>
  <cp:lastModifiedBy>Nils Drescher</cp:lastModifiedBy>
  <cp:revision>3</cp:revision>
  <dcterms:created xsi:type="dcterms:W3CDTF">2025-04-16T12:30:22Z</dcterms:created>
  <dcterms:modified xsi:type="dcterms:W3CDTF">2025-05-09T07:19:32Z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71b80c-ba46-4bfb-8ae2-045b5c64b754_Enabled">
    <vt:lpwstr>true</vt:lpwstr>
  </property>
  <property fmtid="{D5CDD505-2E9C-101B-9397-08002B2CF9AE}" pid="3" name="MSIP_Label_9871b80c-ba46-4bfb-8ae2-045b5c64b754_SetDate">
    <vt:lpwstr>2025-04-16T14:04:28Z</vt:lpwstr>
  </property>
  <property fmtid="{D5CDD505-2E9C-101B-9397-08002B2CF9AE}" pid="4" name="MSIP_Label_9871b80c-ba46-4bfb-8ae2-045b5c64b754_Method">
    <vt:lpwstr>Standard</vt:lpwstr>
  </property>
  <property fmtid="{D5CDD505-2E9C-101B-9397-08002B2CF9AE}" pid="5" name="MSIP_Label_9871b80c-ba46-4bfb-8ae2-045b5c64b754_Name">
    <vt:lpwstr>General</vt:lpwstr>
  </property>
  <property fmtid="{D5CDD505-2E9C-101B-9397-08002B2CF9AE}" pid="6" name="MSIP_Label_9871b80c-ba46-4bfb-8ae2-045b5c64b754_SiteId">
    <vt:lpwstr>38ea53fb-9117-4764-adc6-31f828910b30</vt:lpwstr>
  </property>
  <property fmtid="{D5CDD505-2E9C-101B-9397-08002B2CF9AE}" pid="7" name="MSIP_Label_9871b80c-ba46-4bfb-8ae2-045b5c64b754_ActionId">
    <vt:lpwstr>10ed16a2-9249-4b99-b9e1-ce5676831857</vt:lpwstr>
  </property>
  <property fmtid="{D5CDD505-2E9C-101B-9397-08002B2CF9AE}" pid="8" name="MSIP_Label_9871b80c-ba46-4bfb-8ae2-045b5c64b754_ContentBits">
    <vt:lpwstr>0</vt:lpwstr>
  </property>
  <property fmtid="{D5CDD505-2E9C-101B-9397-08002B2CF9AE}" pid="9" name="MSIP_Label_9871b80c-ba46-4bfb-8ae2-045b5c64b754_Tag">
    <vt:lpwstr>10, 3, 0, 1</vt:lpwstr>
  </property>
  <property fmtid="{D5CDD505-2E9C-101B-9397-08002B2CF9AE}" pid="10" name="ContentTypeId">
    <vt:lpwstr>0x01010069D0031E7F603F43A5CF794DEECCA62A</vt:lpwstr>
  </property>
</Properties>
</file>